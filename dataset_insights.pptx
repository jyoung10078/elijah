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Dataset Analysis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Current State of the UK Healthcare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The NHS covers four publicly funded systems: NHS England, NHS Scotland, NHS Wales, and Health and Social Care (Northern Ireland)</a:t>
            </a:r>
          </a:p>
          <a:p>
            <a:pPr>
              <a:defRPr sz="1600"/>
            </a:pPr>
            <a:r>
              <a:t>- Healthcare spending as a share of GDP: 11.1% in 2024</a:t>
            </a:r>
          </a:p>
          <a:p>
            <a:pPr>
              <a:defRPr sz="1600"/>
            </a:pPr>
            <a:r>
              <a:t>- Government-financed healthcare spending reached £258 billion in 2024 — a real-terms increase of 2.5% from 2023</a:t>
            </a:r>
          </a:p>
          <a:p>
            <a:pPr>
              <a:defRPr sz="1600"/>
            </a:pPr>
            <a:r>
              <a:t>- Labour's health mission: improve health equity, increase healthy life expectancy, and halve the regional gap</a:t>
            </a:r>
          </a:p>
          <a:p>
            <a:pPr>
              <a:defRPr sz="1600"/>
            </a:pPr>
            <a:r>
              <a:t>- The 10 Year Health Plan aims to build "an NHS fit for the future"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NHS Waiting Lists: A Persistent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Current NHS waiting list stands at 7.4 million patients (down from 7.6 million in July 2024)</a:t>
            </a:r>
          </a:p>
          <a:p>
            <a:pPr>
              <a:defRPr sz="1600"/>
            </a:pPr>
            <a:r>
              <a:t>- Up to 28,908 patients died in 2024/25 after waiting more than 18 weeks for treatment</a:t>
            </a:r>
          </a:p>
          <a:p>
            <a:pPr>
              <a:defRPr sz="1600"/>
            </a:pPr>
            <a:r>
              <a:t>- NHS England delivered over 4.5 million extra treatments in the first 3 months of 2025</a:t>
            </a:r>
          </a:p>
          <a:p>
            <a:pPr>
              <a:defRPr sz="1600"/>
            </a:pPr>
            <a:r>
              <a:t>- If current trends continue, the waiting list is projected to fall to 4.7 million by the next general election</a:t>
            </a:r>
          </a:p>
          <a:p>
            <a:pPr>
              <a:defRPr sz="1600"/>
            </a:pPr>
            <a:r>
              <a:t>- Asian British children are disproportionately overrepresented on paediatric wait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Staff Shortages &amp; Workforce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NHS England could face a staffing shortfall of up to 571,000 without a major recruitment drive</a:t>
            </a:r>
          </a:p>
          <a:p>
            <a:pPr>
              <a:defRPr sz="1600"/>
            </a:pPr>
            <a:r>
              <a:t>- Staff shortages are increasing the risk of avoidable medical negligence incidents</a:t>
            </a:r>
          </a:p>
          <a:p>
            <a:pPr>
              <a:defRPr sz="1600"/>
            </a:pPr>
            <a:r>
              <a:t>- Around 1,100 people per year in England may miss early-stage bowel cancer diagnoses due to staff gaps</a:t>
            </a:r>
          </a:p>
          <a:p>
            <a:pPr>
              <a:defRPr sz="1600"/>
            </a:pPr>
            <a:r>
              <a:t>- A sustained pipeline of homegrown doctors, nurses, GPs and dentists is urgently needed</a:t>
            </a:r>
          </a:p>
          <a:p>
            <a:pPr>
              <a:defRPr sz="1600"/>
            </a:pPr>
            <a:r>
              <a:t>- Workforce planning is a central focus of the 10 Year Health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Mental Health Reforms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The Mental Health Act 2025 introduced a new legal framework for humane crisis care and detention</a:t>
            </a:r>
          </a:p>
          <a:p>
            <a:pPr>
              <a:defRPr sz="1600"/>
            </a:pPr>
            <a:r>
              <a:t>- Patient and Carer Race Equality Framework is now mandated across all NHS mental health providers</a:t>
            </a:r>
          </a:p>
          <a:p>
            <a:pPr>
              <a:defRPr sz="1600"/>
            </a:pPr>
            <a:r>
              <a:t>- All local health systems expected to meet the Mental Health Investment Standard by 2025/26</a:t>
            </a:r>
          </a:p>
          <a:p>
            <a:pPr>
              <a:defRPr sz="1600"/>
            </a:pPr>
            <a:r>
              <a:t>- Mental health care identified as a key national priority in NHS planning frameworks</a:t>
            </a:r>
          </a:p>
          <a:p>
            <a:pPr>
              <a:defRPr sz="1600"/>
            </a:pPr>
            <a:r>
              <a:t>- Reforms aim for more equitable, patient-centred and rights-based mental health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Digital Innovation &amp; AI in the NHS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NHS productivity for acute trusts grew 2.7% (April 2024 – March 2025), exceeding the 2% government target</a:t>
            </a:r>
          </a:p>
          <a:p>
            <a:pPr>
              <a:defRPr sz="1600"/>
            </a:pPr>
            <a:r>
              <a:t>- By 2028/29, all acute, community and mental health providers will use the Federated Data Platform (FDP)</a:t>
            </a:r>
          </a:p>
          <a:p>
            <a:pPr>
              <a:defRPr sz="1600"/>
            </a:pPr>
            <a:r>
              <a:t>- A new tech procurement framework launching in 2026–27 will enable adoption of ambient AI solutions</a:t>
            </a:r>
          </a:p>
          <a:p>
            <a:pPr>
              <a:defRPr sz="1600"/>
            </a:pPr>
            <a:r>
              <a:t>- An AI Safety Commission launched in December 2025 to ensure AI tools are safe and effective</a:t>
            </a:r>
          </a:p>
          <a:p>
            <a:pPr>
              <a:defRPr sz="1600"/>
            </a:pPr>
            <a:r>
              <a:t>- The UK digital health market is projected to reach £8.5 billion by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10-Year Health Plan: Key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Launched in 2025, aims to make the NHS the most transparent healthcare system in the world</a:t>
            </a:r>
          </a:p>
          <a:p>
            <a:pPr>
              <a:defRPr sz="1600"/>
            </a:pPr>
            <a:r>
              <a:t>- Adopts a value-based approach — aligning resources to achieve better health outcomes</a:t>
            </a:r>
          </a:p>
          <a:p>
            <a:pPr>
              <a:defRPr sz="1600"/>
            </a:pPr>
            <a:r>
              <a:t>- Unlocking broader economic benefits for taxpayers through improved efficiency</a:t>
            </a:r>
          </a:p>
          <a:p>
            <a:pPr>
              <a:defRPr sz="1600"/>
            </a:pPr>
            <a:r>
              <a:t>- Emphasis on technology, new medicines, and innovation to deliver equitable care</a:t>
            </a:r>
          </a:p>
          <a:p>
            <a:pPr>
              <a:defRPr sz="1600"/>
            </a:pPr>
            <a:r>
              <a:t>- Focuses on quality visibility, accountability, and a stronger patient voice across all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Challenges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Demand for NHS services continues to outpace capacity, despite recent improvements</a:t>
            </a:r>
          </a:p>
          <a:p>
            <a:pPr>
              <a:defRPr sz="1600"/>
            </a:pPr>
            <a:r>
              <a:t>- Regional health inequalities persist, with significant gaps between communities</a:t>
            </a:r>
          </a:p>
          <a:p>
            <a:pPr>
              <a:defRPr sz="1600"/>
            </a:pPr>
            <a:r>
              <a:t>- Long-term financial sustainability remains a concern given rising costs and aging population</a:t>
            </a:r>
          </a:p>
          <a:p>
            <a:pPr>
              <a:defRPr sz="1600"/>
            </a:pPr>
            <a:r>
              <a:t>- Workforce recruitment and retention are critical to the success of all reform agendas</a:t>
            </a:r>
          </a:p>
          <a:p>
            <a:pPr>
              <a:defRPr sz="1600"/>
            </a:pPr>
            <a:r>
              <a:t>- The 10 Year Health Plan offers a roadmap, but implementation will require sustained investment and political will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