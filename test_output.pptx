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Dataset Analysis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 Research Query: Isley Tierra Young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**Timestamp:** 2026-02-20 12:55:18</a:t>
            </a:r>
          </a:p>
          <a:p>
            <a:pPr>
              <a:defRPr sz="1600"/>
            </a:pPr>
            <a:r>
              <a:t>- **Research Query:** Isley Tierra Young</a:t>
            </a:r>
          </a:p>
          <a:p>
            <a:pPr>
              <a:defRPr sz="1600"/>
            </a:pPr>
            <a:r>
              <a:t>- **Date:** 2025</a:t>
            </a:r>
          </a:p>
          <a:p>
            <a:pPr>
              <a:defRPr sz="1600"/>
            </a:pPr>
            <a:r>
              <a:t>- **Status:** Insufficient Data Found</a:t>
            </a:r>
          </a:p>
          <a:p>
            <a:pPr>
              <a:defRPr sz="1600"/>
            </a:pPr>
            <a:r>
              <a:t>Despite thorough searches across web and Wikipedia, no verifiable public profile for "Isley Tierra Young" was found. The name may refer to a private individual, an emerging/local figure not yet indexed in major databases, or a combination of names associated with different people (e.g., Isley Brothers, Tierra Whack, Alex Isley). Further investigation with more specific context is recommended.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 Jared Michael Young – Profile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**Full Name:** Jared Michael Young</a:t>
            </a:r>
          </a:p>
          <a:p>
            <a:pPr>
              <a:defRPr sz="1600"/>
            </a:pPr>
            <a:r>
              <a:t>- **Date of Birth:** July 9, 1995</a:t>
            </a:r>
          </a:p>
          <a:p>
            <a:pPr>
              <a:defRPr sz="1600"/>
            </a:pPr>
            <a:r>
              <a:t>- **Birthplace:** Prince George, British Columbia, Canada</a:t>
            </a:r>
          </a:p>
          <a:p>
            <a:pPr>
              <a:defRPr sz="1600"/>
            </a:pPr>
            <a:r>
              <a:t>- **Connection to South Jordan, Utah:** Previous residence in South Jordan, UT before moving to Olympia, WA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 Jared Michael Young – Physical Profile &amp;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**Height:** 6'0"</a:t>
            </a:r>
          </a:p>
          <a:p>
            <a:pPr>
              <a:defRPr sz="1600"/>
            </a:pPr>
            <a:r>
              <a:t>- **Weight:** 185 lbs</a:t>
            </a:r>
          </a:p>
          <a:p>
            <a:pPr>
              <a:defRPr sz="1600"/>
            </a:pPr>
            <a:r>
              <a:t>- **Bats:** Left | **Throws:** Right</a:t>
            </a:r>
          </a:p>
          <a:p>
            <a:pPr>
              <a:defRPr sz="1600"/>
            </a:pPr>
            <a:r>
              <a:t>- **Position:** Utility Player (First Baseman / Outfielder)</a:t>
            </a:r>
          </a:p>
          <a:p>
            <a:pPr>
              <a:defRPr sz="1600"/>
            </a:pPr>
            <a:r>
              <a:t>- **Education:** Attended Old Dominion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 Jared Michael Young – Professional Career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**Drafted:** 15th round (465th overall pick) in the MLB Draft</a:t>
            </a:r>
          </a:p>
          <a:p>
            <a:pPr>
              <a:defRPr sz="1600"/>
            </a:pPr>
            <a:r>
              <a:t>- **MLB Debut:** September 16, 2022</a:t>
            </a:r>
          </a:p>
          <a:p>
            <a:pPr>
              <a:defRPr sz="1600"/>
            </a:pPr>
            <a:r>
              <a:t>- **Teams:**</a:t>
            </a:r>
          </a:p>
          <a:p>
            <a:pPr>
              <a:defRPr sz="1600"/>
            </a:pPr>
            <a:r>
              <a:t>- Chicago Cubs (MLB)</a:t>
            </a:r>
          </a:p>
          <a:p>
            <a:pPr>
              <a:defRPr sz="1600"/>
            </a:pPr>
            <a:r>
              <a:t>- Doosan Bears (KBO League, South Korea)</a:t>
            </a:r>
          </a:p>
          <a:p>
            <a:pPr>
              <a:defRPr sz="1600"/>
            </a:pPr>
            <a:r>
              <a:t>- New York Mets (MLB, current)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 Jared Michael Young – Career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- Made his MLB debut with the Chicago Cubs in 2022</a:t>
            </a:r>
          </a:p>
          <a:p>
            <a:pPr>
              <a:defRPr sz="1600"/>
            </a:pPr>
            <a:r>
              <a:t>- Played in the KBO League for the Doosan Bears</a:t>
            </a:r>
          </a:p>
          <a:p>
            <a:pPr>
              <a:defRPr sz="1600"/>
            </a:pPr>
            <a:r>
              <a:t>- Signed with the New York Mets; re-emerged as a key contributor in 2025</a:t>
            </a:r>
          </a:p>
          <a:p>
            <a:pPr>
              <a:defRPr sz="1600"/>
            </a:pPr>
            <a:r>
              <a:t>- Hit a two-run home run on May 27, 2025 to spark a 6-4 Mets win over the White Sox — his first MLB HR since Sept. 22, 2023</a:t>
            </a:r>
          </a:p>
          <a:p>
            <a:pPr>
              <a:defRPr sz="1600"/>
            </a:pPr>
            <a:r>
              <a:t>- Demonstrated strong exit velocities (105.9 mph, 103.6 mph, 106.4 mph) in Statcast data from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Dataset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6. Jared Michael Young – Known For &amp;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**Known For:**</a:t>
            </a:r>
          </a:p>
          <a:p>
            <a:pPr>
              <a:defRPr sz="1600"/>
            </a:pPr>
            <a:r>
              <a:t>- Versatility as a utility player</a:t>
            </a:r>
          </a:p>
          <a:p>
            <a:pPr>
              <a:defRPr sz="1600"/>
            </a:pPr>
            <a:r>
              <a:t>- Resilience: bounced back from KBO to reclaim MLB roster spot</a:t>
            </a:r>
          </a:p>
          <a:p>
            <a:pPr>
              <a:defRPr sz="1600"/>
            </a:pPr>
            <a:r>
              <a:t>- Left-handed power hitter with consistent hard contact</a:t>
            </a:r>
          </a:p>
          <a:p>
            <a:pPr>
              <a:defRPr sz="1600"/>
            </a:pPr>
            <a:r>
              <a:t>**Sources:**</a:t>
            </a:r>
          </a:p>
          <a:p>
            <a:pPr>
              <a:defRPr sz="1600"/>
            </a:pPr>
            <a:r>
              <a:t>- Wikipedia: Jared Young</a:t>
            </a:r>
          </a:p>
          <a:p>
            <a:pPr>
              <a:defRPr sz="1600"/>
            </a:pPr>
            <a:r>
              <a:t>- Baseball Reference</a:t>
            </a:r>
          </a:p>
          <a:p>
            <a:pPr>
              <a:defRPr sz="1600"/>
            </a:pPr>
            <a:r>
              <a:t>- ESPN</a:t>
            </a:r>
          </a:p>
          <a:p>
            <a:pPr>
              <a:defRPr sz="1600"/>
            </a:pPr>
            <a:r>
              <a:t>- MLB Statcast / MLB.com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